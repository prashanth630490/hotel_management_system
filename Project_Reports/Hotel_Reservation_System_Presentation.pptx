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12188952" cy="2651760"/>
          </a:xfrm>
          <a:prstGeom prst="rect">
            <a:avLst/>
          </a:prstGeom>
          <a:solidFill>
            <a:srgbClr val="1A324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RESERVATION SYSTEM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Console Application Demonstrating OOP, Collections, File Handling &amp; Exception Handling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</a:rPr>
              <a:t>Project Presentation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5257800"/>
            <a:ext cx="201168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is and why it was built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2024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2631"/>
                </a:solidFill>
              </a:rPr>
              <a:t>The Hotel Reservation System is a Java-based console application built using Object-Oriented Programming concepts. It automates hotel room booking, customer registration, room availability checking, bill generation, and reservation management.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206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Java Collections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D6D7E"/>
                </a:solidFill>
              </a:rPr>
              <a:t>Stores rooms and reservations dynamically using ArrayList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402336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4206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File Handling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470916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D6D7E"/>
                </a:solidFill>
              </a:rPr>
              <a:t>Persists reservation records to a text file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402336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4206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Exception Handling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470916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D6D7E"/>
                </a:solidFill>
              </a:rPr>
              <a:t>Prevents crashes from invalid user input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sets out to achieve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874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</a:rPr>
              <a:t>Automate hotel room booking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880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</a:rPr>
              <a:t>Store customer information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38862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</a:rPr>
              <a:t>Display available rooms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983480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983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48920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</a:rPr>
              <a:t>Generate customer bills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09360" y="1965960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1874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</a:rPr>
              <a:t>Save reservation details into a file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09360" y="2971800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03720" y="2880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</a:rPr>
              <a:t>Demonstrate OOP concepts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09360" y="3977640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03720" y="38862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</a:rPr>
              <a:t>Demonstrate the Collections Framework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309360" y="4983480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4983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03720" y="48920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31"/>
                </a:solidFill>
              </a:rPr>
              <a:t>Demonstrate File &amp; Exception Handling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Hardware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used to build and run the project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8288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Hardware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631"/>
                </a:solidFill>
              </a:rPr>
              <a:t>Processor: Intel i3 or above
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631"/>
                </a:solidFill>
              </a:rPr>
              <a:t>RAM: 4 GB
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631"/>
                </a:solidFill>
              </a:rPr>
              <a:t>Hard Disk: 100 MB free space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Software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65176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631"/>
                </a:solidFill>
              </a:rPr>
              <a:t>Java JDK 8 or above
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631"/>
                </a:solidFill>
              </a:rPr>
              <a:t>Eclipse IDE
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631"/>
                </a:solidFill>
              </a:rPr>
              <a:t>Windows / Linux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Modules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modules mapped to Java classes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7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Room Management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0" y="178308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</a:rPr>
              <a:t>Add Room · Display Rooms · Search Room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0" y="17830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E86AB"/>
                </a:solidFill>
              </a:rPr>
              <a:t>Room.java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1576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Customer Registration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0" y="2715768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</a:rPr>
              <a:t>Register Customer · Store Info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92640" y="271576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E86AB"/>
                </a:solidFill>
              </a:rPr>
              <a:t>Customer.java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48456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7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48456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Reservation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0" y="3648456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</a:rPr>
              <a:t>Book Room · Cancel Reservation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92640" y="3648456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E86AB"/>
                </a:solidFill>
              </a:rPr>
              <a:t>Reservation.java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581144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81144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Hotel Management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14800" y="4581144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</a:rPr>
              <a:t>Check-In · Check-Out · Billing · Save/Load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92640" y="4581144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E86AB"/>
                </a:solidFill>
              </a:rPr>
              <a:t>Hotel.java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513832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7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51383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</a:rPr>
              <a:t>User Interface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14800" y="5513832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</a:rPr>
              <a:t>Menu · User Input · Method Calls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92640" y="551383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E86AB"/>
                </a:solidFill>
              </a:rPr>
              <a:t>Main.java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Class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view of the system's core classes</a:t>
            </a:r>
            <a:endParaRPr lang="en-US" sz="1500" dirty="0"/>
          </a:p>
        </p:txBody>
      </p:sp>
      <p:pic>
        <p:nvPicPr>
          <p:cNvPr id="5" name="Image 0" descr="/home/claude/work/imgs/uml_class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417320"/>
            <a:ext cx="1874555" cy="5120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1F3A5F"/>
                </a:solidFill>
              </a:rPr>
              <a:t>Customer
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1F3A5F"/>
                </a:solidFill>
              </a:rPr>
              <a:t>Reservation
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1F3A5F"/>
                </a:solidFill>
              </a:rPr>
              <a:t>Room
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1F3A5F"/>
                </a:solidFill>
              </a:rPr>
              <a:t>Hotel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448056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D6D7E"/>
                </a:solidFill>
              </a:rPr>
              <a:t>Reservation links a Customer to a Room. Hotel is the controller class, managing collections of Room and Reservation objects and exposing all booking operations.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Flowchart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control flow of the console application</a:t>
            </a:r>
            <a:endParaRPr lang="en-US" sz="1500" dirty="0"/>
          </a:p>
        </p:txBody>
      </p:sp>
      <p:pic>
        <p:nvPicPr>
          <p:cNvPr id="5" name="Image 0" descr="/home/claude/work/imgs/flow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234440"/>
            <a:ext cx="1960775" cy="5349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2024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631"/>
                </a:solidFill>
              </a:rPr>
              <a:t>Initialize hotel &amp; default rooms
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631"/>
                </a:solidFill>
              </a:rPr>
              <a:t>Display main menu
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631"/>
                </a:solidFill>
              </a:rPr>
              <a:t>Read &amp; validate user choice
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631"/>
                </a:solidFill>
              </a:rPr>
              <a:t>Execute selected operation
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631"/>
                </a:solidFill>
              </a:rPr>
              <a:t>Loop until user exits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Concepts Applied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OOP, Collections, Exceptions, and File I/O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Encapsulation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int roomNumber; — accessed via getters/setters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Collections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6060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ArrayList&lt;Room&gt; rooms = new ArrayList&lt;&gt;();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297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Exception Handling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8920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 (InputMismatchException e) { ... }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41148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4297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File Handling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48920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FileWriter writer = new FileWriter("reservations.txt");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walkthrough of a booking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4480560"/>
          </a:xfrm>
          <a:prstGeom prst="roundRect">
            <a:avLst>
              <a:gd name="adj" fmla="val 1224"/>
            </a:avLst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103327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HOTEL RESERVATION SYSTEM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View Rooms   2. Search Room   3. Book Room   4. Check In   5. Check Out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Cancel Reservation   7. Generate Bill   8. Save Reservations   9. Load   10. Exit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 ID : 1        Name : David        Phone : 9876543210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Number : 102      -&gt; Room Booked Successfully.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 Number : 102      Days Stayed : 5      Total Bill = $400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E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 Successfully.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look at the current system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8288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DEEEE"/>
          </a:solidFill>
          <a:ln w="12700">
            <a:solidFill>
              <a:srgbClr val="FDE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7A34"/>
                </a:solidFill>
              </a:rPr>
              <a:t>Advantages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1"/>
                </a:solidFill>
              </a:rPr>
              <a:t>User-friendly
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1"/>
                </a:solidFill>
              </a:rPr>
              <a:t>Easy to understand
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1"/>
                </a:solidFill>
              </a:rPr>
              <a:t>Fast room booking
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1"/>
                </a:solidFill>
              </a:rPr>
              <a:t>Prevents duplicate booking
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1"/>
                </a:solidFill>
              </a:rPr>
              <a:t>Saves reservation records
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1"/>
                </a:solidFill>
              </a:rPr>
              <a:t>Demonstrates core Java concepts
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3A2E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56032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1"/>
                </a:solidFill>
              </a:rPr>
              <a:t>Console-based interface
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1"/>
                </a:solidFill>
              </a:rPr>
              <a:t>No database connectivity
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1"/>
                </a:solidFill>
              </a:rPr>
              <a:t>No login / authentication
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1"/>
                </a:solidFill>
              </a:rPr>
              <a:t>Reservation data stored in a text file only
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project can go next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945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A5F"/>
                </a:solidFill>
              </a:rPr>
              <a:t>MySQL Database Integration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337560" y="20116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21945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A5F"/>
                </a:solidFill>
              </a:rPr>
              <a:t>Java Swing / JavaFX GUI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26480" y="20116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1945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A5F"/>
                </a:solidFill>
              </a:rPr>
              <a:t>Online Payment System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915400" y="20116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98280" y="21945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A5F"/>
                </a:solidFill>
              </a:rPr>
              <a:t>Customer Login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38912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A5F"/>
                </a:solidFill>
              </a:rPr>
              <a:t>Admin Dashboard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337560" y="42062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438912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A5F"/>
                </a:solidFill>
              </a:rPr>
              <a:t>Room Images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26480" y="42062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438912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A5F"/>
                </a:solidFill>
              </a:rPr>
              <a:t>Date-Based Reservations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915400" y="42062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438912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A5F"/>
                </a:solidFill>
              </a:rPr>
              <a:t>Email / SMS Notifications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D6E4F0"/>
                </a:solidFill>
              </a:rPr>
              <a:t>The Hotel Reservation System successfully automates hotel booking operations using Java. It demonstrates Object-Oriented Programming, Collections, Exception Handling, and File Handling in a practical application — simple, reliable, easy to maintain, and well suited as a Java mini-project for academic purposes.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1206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2026-07-18T12:00:07Z</dcterms:created>
  <dcterms:modified xsi:type="dcterms:W3CDTF">2026-07-18T12:00:07Z</dcterms:modified>
</cp:coreProperties>
</file>